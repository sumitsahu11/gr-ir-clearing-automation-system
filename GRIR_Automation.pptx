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8A7E">
              <a:alpha val="15000"/>
            </a:srgbClr>
          </a:solidFill>
          <a:ln w="12700">
            <a:solidFill>
              <a:srgbClr val="0A8A7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011680" cy="320040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FINANCE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GR/IR Clearing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8C5"/>
                </a:solidFill>
              </a:rPr>
              <a:t>TF-IDF Vendor Matching + Rule-Based Scoring + SAP Auto-Posting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10160">
            <a:solidFill>
              <a:srgbClr val="0A8A7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A96"/>
                </a:solidFill>
              </a:rPr>
              <a:t>Finance Automation Team  |  FY 2025  |  Company Code: 1000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We Solved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84124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Manual &amp; Time-Consuming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Accountants spend hours every day matching GR and IR documents one by one in SAP.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4023360" cy="84124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47672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02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Vendor Name Mismatches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'Tata Consultancy Services Ltd' vs 'TCS Ltd' — same company, but system marks it as mismatch.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4023360" cy="84124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35224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Cash Locked in Ledger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2552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Uncleared invoices block working capital. Crores of rupees stuck in open GR/IR items.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22776"/>
            <a:ext cx="4023360" cy="84124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22776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No Clear Priority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242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Accountants don't know which items are urgent, which can wait — everything piled up together.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8A7E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19202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6344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Hours/Month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Wasted on Manual Work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1417320"/>
            <a:ext cx="19202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₹2Cr+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Cash Locked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in Open GR/IR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19202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971800"/>
            <a:ext cx="192024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30%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6634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Errors Due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Vendor Name Mismatch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2971800"/>
            <a:ext cx="19202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971800"/>
            <a:ext cx="19202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7665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Automation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Before This Project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The System Works — End-to-End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292608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1600200" cy="73152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" y="1152144"/>
            <a:ext cx="585216" cy="585216"/>
          </a:xfrm>
          <a:prstGeom prst="ellipse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" y="11521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8288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Load SAP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1234440" cy="256032"/>
          </a:xfrm>
          <a:prstGeom prst="rect">
            <a:avLst/>
          </a:prstGeom>
          <a:solidFill>
            <a:srgbClr val="0A8A7E">
              <a:alpha val="20000"/>
            </a:srgbClr>
          </a:solidFill>
          <a:ln w="12700">
            <a:solidFill>
              <a:srgbClr val="0A8A7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A7E"/>
                </a:solidFill>
              </a:rPr>
              <a:t>extractor.py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2670048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Excel file se GR/IR data load karo, header auto-detect, clean karo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2468880"/>
            <a:ext cx="164592" cy="0"/>
          </a:xfrm>
          <a:prstGeom prst="line">
            <a:avLst/>
          </a:prstGeom>
          <a:noFill/>
          <a:ln w="19050">
            <a:solidFill>
              <a:srgbClr val="0A8A7E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1947672" y="1005840"/>
            <a:ext cx="1600200" cy="292608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7672" y="1005840"/>
            <a:ext cx="1600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5164" y="1152144"/>
            <a:ext cx="585216" cy="5852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5164" y="11521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20824" y="18288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Vendor Matching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30552" y="2304288"/>
            <a:ext cx="1234440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tfidf_matcher.py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20824" y="2670048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AI-powered TF-IDF se vendor names match karo (TCS = Tata Consultancy)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47872" y="2468880"/>
            <a:ext cx="164592" cy="0"/>
          </a:xfrm>
          <a:prstGeom prst="line">
            <a:avLst/>
          </a:prstGeom>
          <a:noFill/>
          <a:ln w="19050">
            <a:solidFill>
              <a:srgbClr val="0A8A7E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3712464" y="1005840"/>
            <a:ext cx="1600200" cy="292608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2464" y="1005840"/>
            <a:ext cx="1600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19956" y="1152144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19956" y="11521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85616" y="18288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Rule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95344" y="2304288"/>
            <a:ext cx="123444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rule_scorer.py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85616" y="2670048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PO, amount, date, currency check karo — 0 to 100 score 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12664" y="2468880"/>
            <a:ext cx="164592" cy="0"/>
          </a:xfrm>
          <a:prstGeom prst="line">
            <a:avLst/>
          </a:prstGeom>
          <a:noFill/>
          <a:ln w="19050">
            <a:solidFill>
              <a:srgbClr val="0A8A7E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5477256" y="1005840"/>
            <a:ext cx="1600200" cy="292608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7256" y="1005840"/>
            <a:ext cx="16002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4748" y="1152144"/>
            <a:ext cx="585216" cy="5852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4748" y="11521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50408" y="18288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Decision Split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0136" y="2304288"/>
            <a:ext cx="1234440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0136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4 Buckets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50408" y="2670048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AUTO-CLEAR | REVIEW | HOLD | ESCALATE mein baanto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77456" y="2468880"/>
            <a:ext cx="164592" cy="0"/>
          </a:xfrm>
          <a:prstGeom prst="line">
            <a:avLst/>
          </a:prstGeom>
          <a:noFill/>
          <a:ln w="19050">
            <a:solidFill>
              <a:srgbClr val="0A8A7E"/>
            </a:solidFill>
            <a:prstDash val="solid"/>
            <a:tailEnd type="open"/>
          </a:ln>
        </p:spPr>
      </p:sp>
      <p:sp>
        <p:nvSpPr>
          <p:cNvPr id="40" name="Shape 38"/>
          <p:cNvSpPr/>
          <p:nvPr/>
        </p:nvSpPr>
        <p:spPr>
          <a:xfrm>
            <a:off x="7242048" y="1005840"/>
            <a:ext cx="1600200" cy="292608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2048" y="1005840"/>
            <a:ext cx="1600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49540" y="1152144"/>
            <a:ext cx="585216" cy="5852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49540" y="11521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315200" y="18288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SAP Posting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24928" y="2304288"/>
            <a:ext cx="123444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poster.py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0" y="2670048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High-confidence items automatically SAP mein post karo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4160520"/>
            <a:ext cx="877824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OUTPUT: CSV Reports  |  SAP Cleared Items  |  Posting Log  |  Streamlit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Benefits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96%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Auto-Posting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Success Rate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73152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8A7E"/>
                </a:solidFill>
              </a:rPr>
              <a:t>80%+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Items Auto-Cleared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Without Human Touch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6012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10x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Faster Than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C5"/>
                </a:solidFill>
              </a:rPr>
              <a:t>Manual Processing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2011680" cy="23774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87168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Cash Flow Unlocked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51129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Crores of rupees cleared from open GR/IR ledger automatically. Working capital improves instantly.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2487168"/>
            <a:ext cx="2011680" cy="23774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2487168"/>
            <a:ext cx="2011680" cy="6400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0604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AI Vendor Matching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351129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TF-IDF handles name variations like 'TCS Ltd' vs 'Tata Consultancy Services' with high accuracy.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487168"/>
            <a:ext cx="2011680" cy="23774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487168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0060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Live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51129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Streamlit dashboard shows real-time status — auto-clear, review queue, aging, escalations, charts.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2487168"/>
            <a:ext cx="2011680" cy="23774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487168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Risk Escalation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51129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Duplicate invoices and missing invoices are automatically flagged and escalated for immediate action.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 Engine — 4 Outcomes for Every GR/IR Item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8A7E"/>
                </a:solidFill>
              </a:rPr>
              <a:t>HOW SCORING WORKS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38404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89888"/>
            <a:ext cx="54864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898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PO Number Match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481328"/>
            <a:ext cx="658368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pts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38404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56816"/>
            <a:ext cx="54864" cy="47548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56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Vendor Name Similarity (TF-IDF)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2048256"/>
            <a:ext cx="658368" cy="29260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0482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 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38404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23744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237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Amount Tolerance (±0.5%)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2615184"/>
            <a:ext cx="65836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6151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pts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38404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9067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Date Proximity (within 60 days)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3182112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1821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 pts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38404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57600"/>
            <a:ext cx="54864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57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Currency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749040"/>
            <a:ext cx="658368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749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pts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3840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24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CONFIDENCE 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2245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0 – 100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960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8A7E"/>
                </a:solidFill>
              </a:rPr>
              <a:t>DECISION OUTCOMES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1371600"/>
            <a:ext cx="4297680" cy="7772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137160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1728" y="1463040"/>
            <a:ext cx="11430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AUTO-CLEAR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Score ≥ 80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17922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Machine posts directly to SAP. No human needed. SAP clearing doc generated.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2286000"/>
            <a:ext cx="4297680" cy="7772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228600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2377440"/>
            <a:ext cx="1143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Score 55–79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81728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Sent to accountant queue. Manual check required before clearing.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3200400"/>
            <a:ext cx="4297680" cy="7772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320040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81728" y="3291840"/>
            <a:ext cx="1143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HOLD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436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Score &lt; 55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81728" y="3621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Low confidence. Parked. More info needed before any action.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4114800"/>
            <a:ext cx="4297680" cy="777240"/>
          </a:xfrm>
          <a:prstGeom prst="rect">
            <a:avLst/>
          </a:prstGeom>
          <a:solidFill>
            <a:srgbClr val="F0F7F6"/>
          </a:solidFill>
          <a:ln w="6350">
            <a:solidFill>
              <a:srgbClr val="D1E8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11480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81728" y="4206240"/>
            <a:ext cx="11430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ESCALATE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Missing / Duplicate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81728" y="45354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Urgent flag. AP team must act immediately — risk of fraud or loss.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GR/IR Clearing Automation</dc:title>
  <dc:subject>PptxGenJS Presentation</dc:subject>
  <dc:creator>Finance Automation Team</dc:creator>
  <cp:lastModifiedBy>Finance Automation Team</cp:lastModifiedBy>
  <cp:revision>1</cp:revision>
  <dcterms:created xsi:type="dcterms:W3CDTF">2026-04-28T06:45:10Z</dcterms:created>
  <dcterms:modified xsi:type="dcterms:W3CDTF">2026-04-28T06:45:10Z</dcterms:modified>
</cp:coreProperties>
</file>